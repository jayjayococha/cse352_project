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2db4c55e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2db4c55e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2db4c55e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2db4c55e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2db4c55e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2db4c55e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2db4c55e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e2db4c55e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2db4c55e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2db4c55e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2db4c55e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2db4c55e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Tic-Tac-Toe game with Flask and GPT-2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Jaehyeok Hyun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TTT web applications using Flask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 Flask to </a:t>
            </a:r>
            <a:r>
              <a:rPr lang="en"/>
              <a:t>develop</a:t>
            </a:r>
            <a:r>
              <a:rPr lang="en"/>
              <a:t> TTT web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 GPT-2 model as an AI opponent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100" y="1495200"/>
            <a:ext cx="3198451" cy="30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Problem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let AI plays TTT </a:t>
            </a:r>
            <a:r>
              <a:rPr lang="en"/>
              <a:t>effectively</a:t>
            </a:r>
            <a:r>
              <a:rPr lang="en"/>
              <a:t> to win or draw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Performance improvement using caching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Current Project: using a random algorithm to place moves in empty spaces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Encode the current TTT board state into a text prompt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AI put next moves in empty spaces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Fast response and easy to implement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Lack of strategy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AI puts moves randomly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Quesitons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What’s the win/draw rate of this random TTT Ai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Does caching </a:t>
            </a:r>
            <a:r>
              <a:rPr lang="en"/>
              <a:t>improve</a:t>
            </a:r>
            <a:r>
              <a:rPr lang="en"/>
              <a:t> the response time?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and Methodology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Testing the random AI on various states to evaluate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Measuring response times with and without caching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Random AI has limitations in making strategic decisions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Caching significantly improves performance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Better AI </a:t>
            </a:r>
            <a:r>
              <a:rPr lang="en"/>
              <a:t>strategy</a:t>
            </a:r>
            <a:r>
              <a:rPr lang="en"/>
              <a:t> is </a:t>
            </a:r>
            <a:r>
              <a:rPr lang="en"/>
              <a:t>mandatory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